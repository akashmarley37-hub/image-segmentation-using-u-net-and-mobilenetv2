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2C77C9-B864-42E1-9854-2744440F75D0}" v="1" dt="2026-05-11T18:22:24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0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06A91-91E4-4655-ADF6-2CD0A983BF30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17183-1FFC-4D7B-AEAE-DDC0D9A0A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429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17183-1FFC-4D7B-AEAE-DDC0D9A0A3F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493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17B2-3DCC-08FA-6BF6-3769D8054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4F1FA-6E78-A83D-3E42-306DC3E47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1F848-2BDB-8FCB-E7E9-90B7BC4E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CEAF4-8DB0-ECE6-09B6-10821BEB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F51FC-CA1F-7B8A-E3F6-42E2AE31F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385C5-95CF-0B92-8289-EE489BAA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647A4-67BC-8C7C-586F-740021258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6CE93-A36A-5B97-2F53-92A29162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B69BC-BCDF-CE31-1948-F71F4A54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665D0-8AE2-9523-5A54-22B99973F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569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6534-F6CE-C594-1DB7-E0C61B29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D849A-C1BB-050C-C052-7856E3DC2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EBE56-856F-E760-B386-380D1B07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3DC84-0973-1CDB-A248-44CC9C845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D9433-0E0D-6FB3-E851-416E9C67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725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01E3-F026-7FCB-ABA7-A338D7B0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5D972-7526-B7D4-B05F-8D8A49054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2C1AC-2AEC-A8AE-EC6B-2C9D5E628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3B1AE-0B2D-4086-425F-9BC8CADBE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5411D-8285-D51F-3BF0-50D3F8E3F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A672E-23FB-7F59-CB09-F359AC7A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81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8C94E-D638-FE64-7D6A-78B57A19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57E9F-F287-8B06-F230-819A05224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F0AC2-6403-9F24-D68A-F9046338D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F89F1-1558-B9D0-4378-6FBAEB972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DD865-86D5-B548-D49B-F003D28D4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04CA44-685B-DB4E-F6CA-FE1792047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0E721-04A5-1063-6040-708692B5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CBC62-721F-4811-8CEE-2CE02FBA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62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A67F-B658-5DFC-0690-997151B8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A1543-5D4D-A80F-DD3F-CCD31F92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9D83C-97D2-8261-4F1A-F65671C0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2A745-00B1-6CEB-A0CA-F36DBCB0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254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30B117-3723-8E81-8329-D73EA87F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05B9E-851D-24A4-8AC3-086E8F43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9B8A5-2A6E-5F73-3E3F-88BB4CBF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031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3D89-F848-07C6-8AA8-B6883F82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CB09A-29B8-4F6D-6760-402AF5FEB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1584C-5A03-CADA-86D9-B218C8452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C4BB0-24A4-1934-72C7-7B59F555E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2A10A-1699-3D6C-12DE-125150B4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F2768-9573-574B-2632-B5CAD2EE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75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DEB6B-0DC3-B5CF-A374-0D6C1D7F7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35635-5E4E-0321-B300-62EC0DB215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C7ABD-3876-5DF2-BA80-03C89D57C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D023B-F44B-DA80-85A6-0FB29BA7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F09F2-694D-842C-51C9-D8254322B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D99C2-1A47-2C9A-2B4D-C0E5E812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98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AE55-CFB7-2110-220C-31C744D7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BB6F7-FB77-75E8-A1AD-DD2024294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B9675-44BF-2156-5A17-116209D3D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71FE-B842-03F4-2F7C-C04F64551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EEDA-6811-8E4B-FB9A-B84E5E9B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99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D634F3-4E34-9266-3BDD-B4A870739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5BDDC-A2DD-79F4-E3EC-48C95CDE7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5DAEE-AAA9-B415-A6AE-97F8341D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97FA9-C9BC-14B4-CAE2-924345F0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894DB-80CC-A87A-625F-CD011CD9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51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29828-D367-FDE8-AAD9-32A556829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5C81A-062E-26C8-E531-E96FDB665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C0890-FD24-317B-9E48-E5B91208E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28050-1EFF-4A2C-A643-2697482D3B56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9DCE0-C8E2-018D-17D9-C4D0C7B82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A9047-EE5E-0430-759F-FE47965A6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F16B4-2B73-4C9A-AA5B-B361897630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3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2ED2-8ECA-7399-C86A-E7D22FB5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68"/>
            <a:ext cx="9144000" cy="3709174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USAGE OF IMAGE SEGMENTATION TECHNIQUES FOR OBJECT AND REGION IDENTIFICATION IN IMAGES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E8F74-1B80-1192-9CD1-7DAAB7A8A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632" y="2926079"/>
            <a:ext cx="11877368" cy="3757353"/>
          </a:xfrm>
        </p:spPr>
        <p:txBody>
          <a:bodyPr>
            <a:normAutofit/>
          </a:bodyPr>
          <a:lstStyle/>
          <a:p>
            <a:pPr algn="l"/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MEMBERS:-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SHAM S – 2117230070149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VARUN S – 2117230070171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SETHURAMAN S - 2117230070147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30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5128-78D3-052A-4044-A8C331B94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151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725BF-6426-4108-CDA8-A1FCF0638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5" y="964277"/>
            <a:ext cx="11870573" cy="596746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computer vision applications require accurate object identification and region extraction from images. Traditional image processing methods struggle with complex backgrounds, shadows, lighting variations, and irregular object shapes.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Existing Problems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object boundary detection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handling complex backgrounds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segmentation accuracy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visualization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 </a:t>
            </a:r>
          </a:p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Proposed Solution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Deep Learning-Based Semantic Image Segmentation System using: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Architecture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Transfer Learning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OpenCV </a:t>
            </a:r>
          </a:p>
          <a:p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for real-time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50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983C-8658-8724-F50C-5CE2456D4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8F327-43EC-1C6B-82DF-8F9E10D12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3" y="980902"/>
            <a:ext cx="11737570" cy="5719156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develop an intelligent semantic image segmentation system capable of accurate foreground object extraction and real-time region identification.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Specific Objectives</a:t>
            </a:r>
          </a:p>
          <a:p>
            <a:pPr>
              <a:lnSpc>
                <a:spcPct val="12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preprocess and normalize image datasets </a:t>
            </a:r>
          </a:p>
          <a:p>
            <a:pPr>
              <a:lnSpc>
                <a:spcPct val="12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U-Net architecture for segmentation </a:t>
            </a:r>
          </a:p>
          <a:p>
            <a:pPr>
              <a:lnSpc>
                <a:spcPct val="12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foreground-background classification </a:t>
            </a:r>
          </a:p>
          <a:p>
            <a:pPr>
              <a:lnSpc>
                <a:spcPct val="12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performance using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Dice Coefficient </a:t>
            </a:r>
          </a:p>
          <a:p>
            <a:pPr>
              <a:lnSpc>
                <a:spcPct val="12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probability heatmaps </a:t>
            </a:r>
          </a:p>
          <a:p>
            <a:pPr>
              <a:lnSpc>
                <a:spcPct val="12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visualization dashboard </a:t>
            </a:r>
          </a:p>
          <a:p>
            <a:pPr>
              <a:lnSpc>
                <a:spcPct val="12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real-time webcam segmentation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573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B472-4775-DBCE-C18B-B89644BD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528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8FFEE-C9A7-059D-6600-92A21390A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265" y="1379913"/>
            <a:ext cx="11139055" cy="5303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 Scope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semantic segmentation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Foreground-background extraction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deep learning model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segmentation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Webcam-based inference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heatmap generation </a:t>
            </a:r>
          </a:p>
          <a:p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dashboard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Excluded Scope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segmentation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deployment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industrial datasets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4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805C-33C6-8901-E9A6-30D41334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399" y="216310"/>
            <a:ext cx="10515600" cy="52111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&amp; RESEARCH GAP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C0022-DF9C-BED0-2AAC-9F380AADA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373627"/>
            <a:ext cx="11755089" cy="6484374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Technologies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 Techniques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 Methods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Convolutional Networks (FCN)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Architecture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Research Gap (Existing Systems)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segmentation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interactive visualization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requirements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accessibility for non-technical users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webcam-based live segmentation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Proposed Improvement  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Integrated: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+ MobileNetV2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webcam segmentation </a:t>
            </a:r>
          </a:p>
          <a:p>
            <a:pPr>
              <a:lnSpc>
                <a:spcPct val="12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heatmap visualization </a:t>
            </a:r>
          </a:p>
          <a:p>
            <a:pPr>
              <a:lnSpc>
                <a:spcPct val="120000"/>
              </a:lnSpc>
            </a:pPr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701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1AD4-4F14-2A8C-5C23-E64524CE7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26661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539FC-467C-2019-D579-254EA363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96" y="947651"/>
            <a:ext cx="11904719" cy="591035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 deep learning pipeline for semantic image segmentation and object region identification.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Steps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Mask Generation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Segmentation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Evaluation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Prediction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Heatmap Generation </a:t>
            </a:r>
          </a:p>
          <a:p>
            <a:pPr>
              <a:lnSpc>
                <a:spcPct val="100000"/>
              </a:lnSpc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255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1D6D-A2F3-81E7-491D-106ED765D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0"/>
            <a:ext cx="10515600" cy="814647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6F011-54A0-280F-F62D-EACBC5302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" y="997526"/>
            <a:ext cx="11787447" cy="5677593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Architecture Layers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Acquisition Layer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Layer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Segmentation Layer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Layer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Layer </a:t>
            </a:r>
          </a:p>
          <a:p>
            <a:pPr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Integration Layer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Data Flow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 → Preprocessing → U-Net Model → Segmentation Mask → Heatmap → Dashboard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612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4997-3A88-FB7C-2395-84EF587D3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1690688"/>
            <a:ext cx="10515600" cy="352970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B5EB9D20-A5A3-BC8B-5BFB-A84947CF405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38200" y="739199"/>
            <a:ext cx="10515600" cy="47721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A1D9E7-7098-7365-AE89-C577E1828280}"/>
              </a:ext>
            </a:extLst>
          </p:cNvPr>
          <p:cNvSpPr txBox="1"/>
          <p:nvPr/>
        </p:nvSpPr>
        <p:spPr>
          <a:xfrm rot="10800000" flipV="1">
            <a:off x="1072341" y="5513778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 of U-Net</a:t>
            </a:r>
          </a:p>
        </p:txBody>
      </p:sp>
    </p:spTree>
    <p:extLst>
      <p:ext uri="{BB962C8B-B14F-4D97-AF65-F5344CB8AC3E}">
        <p14:creationId xmlns:p14="http://schemas.microsoft.com/office/powerpoint/2010/main" val="1529561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AD5681-86C5-D74F-E29A-77CA8D66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C16E8-E67D-6290-8628-978932EE3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18167"/>
            <a:ext cx="10515600" cy="44057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Architecture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BE99F3D0-0168-19BA-5F54-E1E178B5E58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382" y="299259"/>
            <a:ext cx="11942618" cy="581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899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0FA8-DFF3-4BAA-0317-112614796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252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E8E48-CA9D-5C9F-3ADC-854AE4B3E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7" y="631768"/>
            <a:ext cx="11870575" cy="61015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Preprocessing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Architecture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Encoder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Prediction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Heatmap </a:t>
            </a:r>
          </a:p>
          <a:p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Integration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Analysis Module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segmentation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 visualization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generation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Foreground extraction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webcam support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Pixel-level classification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342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47A1-2B51-D0D7-49E3-14F218A9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640"/>
            <a:ext cx="10515600" cy="31588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TOOLS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D01C4-76A9-5657-6E40-28A3ADFEB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5" y="864524"/>
            <a:ext cx="11870574" cy="58022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Technologies Used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Framework: TensorFlow /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Processing: OpenCV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Matplotlib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Computing: NumPy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Interface: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VS Code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Details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Architecture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Transfer Learning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BCE-Dice Loss Function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Optimizer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412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C781-C06F-DE85-FC8F-AF1AE5E4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4" name="Image 10">
            <a:extLst>
              <a:ext uri="{FF2B5EF4-FFF2-40B4-BE49-F238E27FC236}">
                <a16:creationId xmlns:a16="http://schemas.microsoft.com/office/drawing/2014/main" id="{AC587AC1-6B45-264E-D3D0-EE35EFD7E59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24180" y="673013"/>
            <a:ext cx="5378104" cy="3457921"/>
          </a:xfrm>
          <a:prstGeom prst="rect">
            <a:avLst/>
          </a:prstGeom>
        </p:spPr>
      </p:pic>
      <p:pic>
        <p:nvPicPr>
          <p:cNvPr id="5" name="Image 11">
            <a:extLst>
              <a:ext uri="{FF2B5EF4-FFF2-40B4-BE49-F238E27FC236}">
                <a16:creationId xmlns:a16="http://schemas.microsoft.com/office/drawing/2014/main" id="{948CD60D-3D3E-2E9B-F7EF-5AAAF69EB1E9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3034954"/>
            <a:ext cx="5671820" cy="345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23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E42A-ABAE-ED3C-C055-16A7E7876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116378"/>
            <a:ext cx="10515600" cy="248747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pic>
        <p:nvPicPr>
          <p:cNvPr id="4" name="Image 12">
            <a:extLst>
              <a:ext uri="{FF2B5EF4-FFF2-40B4-BE49-F238E27FC236}">
                <a16:creationId xmlns:a16="http://schemas.microsoft.com/office/drawing/2014/main" id="{843326E5-8F27-8D87-3CED-FE662E8FA98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87558" y="116379"/>
            <a:ext cx="5808442" cy="4572000"/>
          </a:xfrm>
          <a:prstGeom prst="rect">
            <a:avLst/>
          </a:prstGeom>
        </p:spPr>
      </p:pic>
      <p:pic>
        <p:nvPicPr>
          <p:cNvPr id="5" name="Image 13">
            <a:extLst>
              <a:ext uri="{FF2B5EF4-FFF2-40B4-BE49-F238E27FC236}">
                <a16:creationId xmlns:a16="http://schemas.microsoft.com/office/drawing/2014/main" id="{67206834-1A6C-F8A1-A107-CE8131B11550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89167" y="2277688"/>
            <a:ext cx="5515275" cy="433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2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9864E-6587-C007-4BA1-E44A86F0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227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FUTURE ENHANCEMENTS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598D8-2735-A3F5-F16C-64E9021E5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05" y="648393"/>
            <a:ext cx="11992495" cy="635092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semantic segmentation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webcam inference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inference latency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Dice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scores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foreground extraction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Results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Inference Time: 120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Support: Enabled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Resolution: 128×128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segmentation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Lite deployment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 segmentation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&amp; API integration 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video segmentation</a:t>
            </a:r>
          </a:p>
          <a:p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752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69EF5-323C-E732-E0A7-BD6E9C3B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2526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DCDD6-E02A-469E-1BFB-BB79179A5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79" y="1163782"/>
            <a:ext cx="11787447" cy="5453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intelligent semantic image segmentation system using: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U-Net Architecture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achieved: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object extraction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Pixel-level classification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segmentation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8759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5CDE-6F27-0424-065C-CD70882D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B02BA-0666-603E-574A-F7C64A199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1029" y="3215148"/>
            <a:ext cx="11287081" cy="3109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92505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567</Words>
  <Application>Microsoft Office PowerPoint</Application>
  <PresentationFormat>Widescreen</PresentationFormat>
  <Paragraphs>153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MINI PROJECT  USAGE OF IMAGE SEGMENTATION TECHNIQUES FOR OBJECT AND REGION IDENTIFICATION IN IMAGES  Submitted By </vt:lpstr>
      <vt:lpstr>PROBLEM STATEMENT</vt:lpstr>
      <vt:lpstr>OBJECTIVES</vt:lpstr>
      <vt:lpstr>SCOPE OF THE PROJECT</vt:lpstr>
      <vt:lpstr>LITERATURE REVIEW &amp; RESEARCH GAP </vt:lpstr>
      <vt:lpstr>PROPOSED METHODOLOGY </vt:lpstr>
      <vt:lpstr>SYSTEM ARCHITECTURE</vt:lpstr>
      <vt:lpstr>PowerPoint Presentation</vt:lpstr>
      <vt:lpstr>PowerPoint Presentation</vt:lpstr>
      <vt:lpstr>MODULES USED </vt:lpstr>
      <vt:lpstr>IMPLEMENTATION &amp; TOOLS </vt:lpstr>
      <vt:lpstr>OUTPUT SCREENSHOT </vt:lpstr>
      <vt:lpstr>PowerPoint Presentation</vt:lpstr>
      <vt:lpstr>RESULTS &amp; FUTURE ENHANCEMENTS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tamil mozhi</dc:creator>
  <cp:lastModifiedBy>tamil mozhi</cp:lastModifiedBy>
  <cp:revision>3</cp:revision>
  <dcterms:created xsi:type="dcterms:W3CDTF">2026-05-11T18:19:55Z</dcterms:created>
  <dcterms:modified xsi:type="dcterms:W3CDTF">2026-06-12T19:02:20Z</dcterms:modified>
</cp:coreProperties>
</file>